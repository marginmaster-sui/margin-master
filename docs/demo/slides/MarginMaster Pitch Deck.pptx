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17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676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DA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77022" y="1499295"/>
            <a:ext cx="37899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MarginMaster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705790" y="2337495"/>
            <a:ext cx="373234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the Whales. Trade like a Pro.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613264" y="3038475"/>
            <a:ext cx="391747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Decentralised Social Copy Trading Protocol on Sui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565384" y="3430860"/>
            <a:ext cx="2013158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ETHGlobal HackMoney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trading is complex and intimidating for retail users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of retail traders lose money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lack tools and expertise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copy trading solutions are </a:t>
            </a: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centralised and custodial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want to trade profitably but don't know what or when to buy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Every trader's track record verified on-chain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Simplicity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"Click to Copy" - smart contract mirrors trades automatically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Non-Custodial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Your funds stay in your wallet, full self-custody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Incentives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Top traders earn 10% of follower profits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76842" y="1505024"/>
            <a:ext cx="2390241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Demo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48499" y="2221260"/>
            <a:ext cx="144700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Flow: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909664" y="2640360"/>
            <a:ext cx="3324599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→ Leaderboard → Copy Modal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186783" y="2956545"/>
            <a:ext cx="277036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Auto-execution → Close Position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37257" y="3425130"/>
            <a:ext cx="2669485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https://sui-margin-master.vercel.app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Trading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Up to 20x Long/Short with real-time liquidation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Copy Trading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&lt;500ms latency via Sui sub-second finality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Liquidation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Hot-potato pattern, zero capital required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Copy Execution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Gas-optimised multi-follower trades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35"/>
            <a:ext cx="7924800" cy="944835"/>
          </a:xfrm>
          <a:prstGeom prst="rect">
            <a:avLst/>
          </a:prstGeom>
          <a:solidFill>
            <a:srgbClr val="E6F3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194471"/>
            <a:ext cx="7924800" cy="944835"/>
          </a:xfrm>
          <a:prstGeom prst="rect">
            <a:avLst/>
          </a:prstGeom>
          <a:solidFill>
            <a:srgbClr val="E6F3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139306"/>
            <a:ext cx="7924800" cy="944835"/>
          </a:xfrm>
          <a:prstGeom prst="rect">
            <a:avLst/>
          </a:prstGeom>
          <a:solidFill>
            <a:srgbClr val="E6F3F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35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752526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Sui dApp Kit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2423071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697361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+ Event Indexer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8200" y="3367906"/>
            <a:ext cx="76169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3642196"/>
            <a:ext cx="7616952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 Move Contracts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600" y="4312741"/>
            <a:ext cx="8083296" cy="213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Sui's sub-second finality enables real-time copy trading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Sui?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finality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Prevents slippage in copy trades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Object-based model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Efficient position lifecycle tracking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gas fees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High-frequency trading economically viable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language safety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Strong asset handling guarantees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249635"/>
          <a:ext cx="7924800" cy="1562100"/>
        </p:xfrm>
        <a:graphic>
          <a:graphicData uri="http://schemas.openxmlformats.org/drawingml/2006/table">
            <a:tbl>
              <a:tblPr/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MarginMaster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Custody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Centralised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DA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Non-custodial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Transparency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Opaque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DA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On-chain verified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755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Internal matching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DA2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&lt;500ms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2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1543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 Fee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0.05% per trade volume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Share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10% of follower profits to master traders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Revenue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Premium analytics, strategy marketplace, cross-chain fees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4D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35"/>
            <a:ext cx="7620000" cy="157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(Now)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Core copy trading on Sui Testnet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(Q3 2026)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Mainnet launch, token incentives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(Q4 2026)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Cross-chain copy trading, strategy marketplace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 (2027)</a:t>
            </a: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DAO governance, institutional API access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DA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75412" y="1466924"/>
            <a:ext cx="6193176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Democratising DeFi Trading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707928" y="2320305"/>
            <a:ext cx="17280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Copy at a Time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070349" y="3044205"/>
            <a:ext cx="300322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https://sui-margin-master.vercel.app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070349" y="3436590"/>
            <a:ext cx="300322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Sui Testnet: 0x3616...ca4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361</Words>
  <Application>Microsoft Macintosh PowerPoint</Application>
  <PresentationFormat>On-screen Show (16:9)</PresentationFormat>
  <Paragraphs>74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Yu Cheng Liao</cp:lastModifiedBy>
  <cp:revision>2</cp:revision>
  <dcterms:created xsi:type="dcterms:W3CDTF">2026-02-06T15:05:49Z</dcterms:created>
  <dcterms:modified xsi:type="dcterms:W3CDTF">2026-02-06T15:19:19Z</dcterms:modified>
</cp:coreProperties>
</file>